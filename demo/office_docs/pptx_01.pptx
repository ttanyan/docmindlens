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6"/>
  </p:normalViewPr>
  <p:slideViewPr>
    <p:cSldViewPr snapToGrid="0">
      <p:cViewPr varScale="1">
        <p:scale>
          <a:sx n="121" d="100"/>
          <a:sy n="121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4A-024E-BE34-3EE93E0A61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4A-024E-BE34-3EE93E0A615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4A-024E-BE34-3EE93E0A61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54153599"/>
        <c:axId val="354146879"/>
      </c:barChart>
      <c:catAx>
        <c:axId val="3541535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54146879"/>
        <c:crosses val="autoZero"/>
        <c:auto val="1"/>
        <c:lblAlgn val="ctr"/>
        <c:lblOffset val="100"/>
        <c:noMultiLvlLbl val="0"/>
      </c:catAx>
      <c:valAx>
        <c:axId val="354146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541535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Some notes on the second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Final notes on the third slide.</a:t>
            </a:r>
          </a:p>
          <a:p>
            <a:r>
              <a:t>Second line of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E277-F64F-CD4D-8092-A1FBD022613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7FE2D-0FD9-7D4B-A5A0-7E9AAE6B67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E277-F64F-CD4D-8092-A1FBD022613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7FE2D-0FD9-7D4B-A5A0-7E9AAE6B67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E277-F64F-CD4D-8092-A1FBD022613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7FE2D-0FD9-7D4B-A5A0-7E9AAE6B67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E277-F64F-CD4D-8092-A1FBD022613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7FE2D-0FD9-7D4B-A5A0-7E9AAE6B67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E277-F64F-CD4D-8092-A1FBD022613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7FE2D-0FD9-7D4B-A5A0-7E9AAE6B67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E277-F64F-CD4D-8092-A1FBD022613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7FE2D-0FD9-7D4B-A5A0-7E9AAE6B67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E277-F64F-CD4D-8092-A1FBD022613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7FE2D-0FD9-7D4B-A5A0-7E9AAE6B67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E277-F64F-CD4D-8092-A1FBD022613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7FE2D-0FD9-7D4B-A5A0-7E9AAE6B67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E277-F64F-CD4D-8092-A1FBD022613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7FE2D-0FD9-7D4B-A5A0-7E9AAE6B67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E277-F64F-CD4D-8092-A1FBD022613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7FE2D-0FD9-7D4B-A5A0-7E9AAE6B67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E277-F64F-CD4D-8092-A1FBD022613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7FE2D-0FD9-7D4B-A5A0-7E9AAE6B67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CE277-F64F-CD4D-8092-A1FBD022613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07FE2D-0FD9-7D4B-A5A0-7E9AAE6B67D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44526"/>
            <a:ext cx="9144000" cy="932409"/>
          </a:xfrm>
        </p:spPr>
        <p:txBody>
          <a:bodyPr/>
          <a:lstStyle/>
          <a:p>
            <a:r>
              <a:rPr lang="en-US" dirty="0"/>
              <a:t>Test Table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433848"/>
            <a:ext cx="9144000" cy="454572"/>
          </a:xfrm>
        </p:spPr>
        <p:txBody>
          <a:bodyPr/>
          <a:lstStyle/>
          <a:p>
            <a:r>
              <a:rPr lang="en-US" dirty="0"/>
              <a:t>With footnote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31999" y="1945640"/>
          <a:ext cx="812800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dirty="0"/>
                        <a:t>Class1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dirty="0"/>
                        <a:t>Class2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/>
                        <a:t>A merged with B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US" dirty="0"/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623631" cy="21367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Let’s introduce a list</a:t>
            </a:r>
          </a:p>
          <a:p>
            <a:r>
              <a:rPr lang="en-US" dirty="0"/>
              <a:t>With foo</a:t>
            </a:r>
          </a:p>
          <a:p>
            <a:r>
              <a:rPr lang="en-US" dirty="0"/>
              <a:t>Bar</a:t>
            </a:r>
          </a:p>
          <a:p>
            <a:r>
              <a:rPr lang="en-US" dirty="0"/>
              <a:t>And </a:t>
            </a:r>
            <a:r>
              <a:rPr lang="en-US" dirty="0" err="1"/>
              <a:t>baz</a:t>
            </a:r>
            <a:r>
              <a:rPr lang="en-US" dirty="0"/>
              <a:t>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80463" y="1344058"/>
            <a:ext cx="4076241" cy="3877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rectangle shape with this text inside.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23634" y="2434665"/>
            <a:ext cx="1613535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List item4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List item5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List item6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3634" y="2457553"/>
            <a:ext cx="6559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GB" dirty="0"/>
              <a:t>I</a:t>
            </a:r>
            <a:r>
              <a:rPr lang="en-US" dirty="0"/>
              <a:t>1</a:t>
            </a: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dirty="0"/>
              <a:t>I2</a:t>
            </a: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dirty="0"/>
              <a:t>I3</a:t>
            </a: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dirty="0"/>
              <a:t>I4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34940" y="2457554"/>
            <a:ext cx="12461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US" dirty="0"/>
              <a:t>ome info:</a:t>
            </a: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GB" dirty="0"/>
              <a:t>I</a:t>
            </a:r>
            <a:r>
              <a:rPr lang="en-US" dirty="0"/>
              <a:t>tem A</a:t>
            </a: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dirty="0"/>
              <a:t>Item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31336" y="2459421"/>
            <a:ext cx="14782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</a:t>
            </a:r>
            <a:r>
              <a:rPr lang="en-US" dirty="0"/>
              <a:t>aybe a list?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List1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List2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List3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04392" y="2434665"/>
            <a:ext cx="6559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GB" dirty="0"/>
              <a:t>l1 </a:t>
            </a: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GB" dirty="0"/>
              <a:t>l2</a:t>
            </a: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dirty="0"/>
              <a:t>l3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20250807-1724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515" y="1499870"/>
            <a:ext cx="2518410" cy="35617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58115" y="147320"/>
                <a:ext cx="8449310" cy="478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>
                    <a:latin typeface="DejaVu Math TeX Gyre" panose="02000503000000000000" charset="0"/>
                    <a:ea typeface="宋体" charset="0"/>
                    <a:cs typeface="DejaVu Math TeX Gyre" panose="02000503000000000000" charset="0"/>
                  </a:rPr>
                  <a:t>公式前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ctrlPr>
                          <a:rPr lang="en-US" altLang="zh-CN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𝑛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cos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𝑛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𝜋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𝐿</m:t>
                                    </m:r>
                                  </m:den>
                                </m:f>
                              </m:e>
                            </m:func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𝑛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sin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𝑛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𝜋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𝐿</m:t>
                                    </m:r>
                                  </m:den>
                                </m:f>
                              </m:e>
                            </m:func>
                          </m:e>
                        </m:d>
                      </m:e>
                    </m:nary>
                  </m:oMath>
                </a14:m>
                <a:r>
                  <a:rPr lang="zh-CN" altLang="en-US">
                    <a:latin typeface="DejaVu Math TeX Gyre" panose="02000503000000000000" charset="0"/>
                    <a:ea typeface="宋体" charset="0"/>
                    <a:cs typeface="DejaVu Math TeX Gyre" panose="02000503000000000000" charset="0"/>
                  </a:rPr>
                  <a:t>公式后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15" y="147320"/>
                <a:ext cx="8449310" cy="47815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130175" y="2026285"/>
            <a:ext cx="5747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普通文本框</a:t>
            </a:r>
            <a:r>
              <a:rPr lang="en-US" altLang="zh-CN"/>
              <a:t> </a:t>
            </a:r>
            <a:r>
              <a:rPr lang="zh-CN" altLang="en-US" b="1">
                <a:ea typeface="宋体" charset="0"/>
              </a:rPr>
              <a:t>粗体</a:t>
            </a:r>
            <a:r>
              <a:rPr lang="en-US" altLang="zh-CN" b="1">
                <a:ea typeface="宋体" charset="0"/>
              </a:rPr>
              <a:t> </a:t>
            </a:r>
            <a:r>
              <a:rPr lang="zh-CN" altLang="en-US" i="1">
                <a:ea typeface="宋体" charset="0"/>
              </a:rPr>
              <a:t>斜体</a:t>
            </a:r>
            <a:r>
              <a:rPr lang="en-US" altLang="zh-CN" i="1">
                <a:ea typeface="宋体" charset="0"/>
              </a:rPr>
              <a:t> </a:t>
            </a:r>
            <a:r>
              <a:rPr lang="zh-CN" altLang="en-US" u="sng">
                <a:ea typeface="宋体" charset="0"/>
              </a:rPr>
              <a:t>下划线</a:t>
            </a:r>
            <a:r>
              <a:rPr lang="en-US" altLang="zh-CN">
                <a:ea typeface="宋体" charset="0"/>
              </a:rPr>
              <a:t> </a:t>
            </a:r>
            <a:r>
              <a:rPr lang="zh-CN" altLang="en-US" strike="sngStrike">
                <a:ea typeface="宋体" charset="0"/>
              </a:rPr>
              <a:t>删除线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260EBD-E81F-5986-A110-AA091AC21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第</a:t>
            </a:r>
            <a:r>
              <a:rPr kumimoji="1" lang="en-US" altLang="zh-CN"/>
              <a:t>5</a:t>
            </a:r>
            <a:r>
              <a:rPr kumimoji="1" lang="zh-CN" altLang="en-US"/>
              <a:t>页标题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8ED5A772-4B85-22FA-93BD-84D0B14D7A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593427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16548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79399-67B7-8D18-8662-0EBEC706B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D50F6B-92DF-C6A7-9923-9E227BF85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zh-CN" altLang="en-US"/>
              <a:t>第一条标题</a:t>
            </a:r>
            <a:endParaRPr kumimoji="1" lang="en-US" altLang="zh-CN"/>
          </a:p>
          <a:p>
            <a:pPr marL="971550" lvl="1" indent="-514350">
              <a:buFont typeface="+mj-lt"/>
              <a:buAutoNum type="arabicPeriod"/>
            </a:pPr>
            <a:r>
              <a:rPr kumimoji="1" lang="zh-CN" altLang="en-US"/>
              <a:t>内容</a:t>
            </a:r>
            <a:r>
              <a:rPr kumimoji="1" lang="en-US" altLang="zh-CN"/>
              <a:t>1</a:t>
            </a:r>
          </a:p>
          <a:p>
            <a:pPr marL="971550" lvl="1" indent="-514350">
              <a:buFont typeface="+mj-lt"/>
              <a:buAutoNum type="arabicPeriod"/>
            </a:pPr>
            <a:r>
              <a:rPr kumimoji="1" lang="zh-CN" altLang="en-US"/>
              <a:t>内容</a:t>
            </a:r>
            <a:r>
              <a:rPr kumimoji="1" lang="en-US" altLang="zh-CN"/>
              <a:t>2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zh-CN" altLang="en-US"/>
              <a:t>第二条标题</a:t>
            </a:r>
            <a:endParaRPr kumimoji="1" lang="en-US" altLang="zh-CN"/>
          </a:p>
          <a:p>
            <a:pPr marL="971550" lvl="1" indent="-514350">
              <a:buFont typeface="+mj-lt"/>
              <a:buAutoNum type="arabicPeriod"/>
            </a:pPr>
            <a:r>
              <a:rPr kumimoji="1" lang="zh-CN" altLang="en-US"/>
              <a:t>内容</a:t>
            </a:r>
            <a:r>
              <a:rPr kumimoji="1" lang="en-US" altLang="zh-CN"/>
              <a:t>3</a:t>
            </a:r>
          </a:p>
          <a:p>
            <a:pPr marL="971550" lvl="1" indent="-514350">
              <a:buFont typeface="+mj-lt"/>
              <a:buAutoNum type="arabicPeriod"/>
            </a:pPr>
            <a:r>
              <a:rPr kumimoji="1" lang="zh-CN" altLang="en-US"/>
              <a:t>内容</a:t>
            </a:r>
            <a:r>
              <a:rPr kumimoji="1" lang="en-US" altLang="zh-CN"/>
              <a:t>4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zh-CN" altLang="en-US"/>
              <a:t>第三条标题</a:t>
            </a:r>
            <a:endParaRPr kumimoji="1" lang="en-US" altLang="zh-CN"/>
          </a:p>
          <a:p>
            <a:pPr marL="971550" lvl="1" indent="-514350">
              <a:buFont typeface="+mj-lt"/>
              <a:buAutoNum type="arabicPeriod"/>
            </a:pPr>
            <a:r>
              <a:rPr kumimoji="1" lang="zh-CN" altLang="en-US"/>
              <a:t>内容</a:t>
            </a:r>
            <a:r>
              <a:rPr kumimoji="1" lang="en-US" altLang="zh-CN"/>
              <a:t>5</a:t>
            </a:r>
          </a:p>
          <a:p>
            <a:pPr marL="1428750" lvl="2" indent="-514350">
              <a:buFont typeface="+mj-lt"/>
              <a:buAutoNum type="arabicPeriod"/>
            </a:pPr>
            <a:r>
              <a:rPr kumimoji="1" lang="zh-CN" altLang="en-US"/>
              <a:t>内容</a:t>
            </a:r>
            <a:r>
              <a:rPr kumimoji="1" lang="en-US" altLang="zh-CN"/>
              <a:t>6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9225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160</Words>
  <Application>Microsoft Macintosh PowerPoint</Application>
  <PresentationFormat>宽屏</PresentationFormat>
  <Paragraphs>75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宋体</vt:lpstr>
      <vt:lpstr>DejaVu Math TeX Gyre</vt:lpstr>
      <vt:lpstr>Aptos</vt:lpstr>
      <vt:lpstr>Aptos Display</vt:lpstr>
      <vt:lpstr>Arial</vt:lpstr>
      <vt:lpstr>Calibri</vt:lpstr>
      <vt:lpstr>Cambria Math</vt:lpstr>
      <vt:lpstr>Office Theme</vt:lpstr>
      <vt:lpstr>Test Table Slide</vt:lpstr>
      <vt:lpstr>Second slide title</vt:lpstr>
      <vt:lpstr>PowerPoint 演示文稿</vt:lpstr>
      <vt:lpstr>PowerPoint 演示文稿</vt:lpstr>
      <vt:lpstr>第5页标题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 Lysak</dc:creator>
  <cp:lastModifiedBy>myhloli</cp:lastModifiedBy>
  <cp:revision>29</cp:revision>
  <dcterms:created xsi:type="dcterms:W3CDTF">2026-04-10T03:20:40Z</dcterms:created>
  <dcterms:modified xsi:type="dcterms:W3CDTF">2026-05-14T11:23:01Z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5C1F829C17CA28EA6A1E7B697D0AA4F2_42</vt:lpwstr>
  </property>
  <property fmtid="{D5CDD505-2E9C-101B-9397-08002B2CF9AE}" pid="3" name="KSOProductBuildVer">
    <vt:lpwstr>2052-12.1.0.17900</vt:lpwstr>
  </property>
</Properties>
</file>